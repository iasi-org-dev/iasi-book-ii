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858000" cy="990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clic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para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ificar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de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del 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</a:t>
            </a: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8DA78A-24C5-4C70-8C95-890BFD93B4B8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0848D2-6383-4D6F-99F4-FA763FB57CFC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852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5024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7F30CF-54AE-4D38-8877-C2041093F1A5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1FB981-DDD3-46FF-BE79-65A289A7C26C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4800" cy="412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4800" cy="216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B99B83-F480-44C1-B9AF-57204327FF55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91D36C-59A8-4037-82CF-32270D957515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9008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9008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52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52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E93D0C-64D8-4DDF-AC86-69A42C666CBD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A1CAB2-24F8-4B5D-BCA2-0F6A81107CAA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C0E335-C625-42BD-8032-1983BB47EA12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3681EF-C29B-4769-B9CD-5072EB7EA22C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0AA73-431B-469D-8C88-EB2402A8A1C6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4"/>
          <p:cNvPicPr/>
          <p:nvPr/>
        </p:nvPicPr>
        <p:blipFill>
          <a:blip r:embed="rId2"/>
          <a:stretch/>
        </p:blipFill>
        <p:spPr>
          <a:xfrm>
            <a:off x="0" y="0"/>
            <a:ext cx="686340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ángulo 11"/>
          <p:cNvSpPr/>
          <p:nvPr/>
        </p:nvSpPr>
        <p:spPr>
          <a:xfrm>
            <a:off x="0" y="9498960"/>
            <a:ext cx="6857640" cy="40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Javier G. Grandez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CuadroTexto 1"/>
          <p:cNvSpPr/>
          <p:nvPr/>
        </p:nvSpPr>
        <p:spPr>
          <a:xfrm>
            <a:off x="691200" y="2395440"/>
            <a:ext cx="57243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Ingeniería Aumentada 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con Sistemas Inteligentes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adroTexto 2"/>
          <p:cNvSpPr/>
          <p:nvPr/>
        </p:nvSpPr>
        <p:spPr>
          <a:xfrm>
            <a:off x="1768320" y="3851640"/>
            <a:ext cx="30214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Volumen II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De la experiencia al Método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adroTexto 3"/>
          <p:cNvSpPr/>
          <p:nvPr/>
        </p:nvSpPr>
        <p:spPr>
          <a:xfrm>
            <a:off x="5538240" y="9548640"/>
            <a:ext cx="131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v1.0 -2026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3">
            <a:grayscl/>
          </a:blip>
          <a:stretch/>
        </p:blipFill>
        <p:spPr>
          <a:xfrm>
            <a:off x="1440000" y="4860000"/>
            <a:ext cx="4320000" cy="432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Application>LibreOffice/26.8.0.3$Windows_X86_64 LibreOffice_project/bce0998afefdbc355585ca324285661a2170ba77</Application>
  <AppVersion>15.0000</AppVersion>
  <Words>19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2026-08-04T09:32:34Z</dcterms:created>
  <dc:creator>Javier Grandez</dc:creator>
  <dc:description/>
  <dc:language>es-ES</dc:language>
  <cp:lastModifiedBy/>
  <dcterms:modified xsi:type="dcterms:W3CDTF">2026-10-02T22:29:04Z</dcterms:modified>
  <cp:revision>13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(210 x 297 mm)</vt:lpwstr>
  </property>
  <property fmtid="{D5CDD505-2E9C-101B-9397-08002B2CF9AE}" pid="3" name="Slides">
    <vt:i4>1</vt:i4>
  </property>
</Properties>
</file>